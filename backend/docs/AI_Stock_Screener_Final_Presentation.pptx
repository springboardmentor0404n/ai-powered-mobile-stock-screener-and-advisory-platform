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AI-Powered Stock Screener &amp; Advisory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E3B55"/>
                </a:solidFill>
              </a:defRPr>
            </a:pPr>
            <a:r>
              <a:t>Intelligent Investment Decisions Made Simple</a:t>
            </a:r>
          </a:p>
          <a:p/>
          <a:p>
            <a:r>
              <a:t>Student Name: Yogi Sreenivas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The Challenge for Retail Investors: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Manual analysis of 150+ stocks is time-consuming (hours/stock)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Complex financial metrics (PE, ROE, Technicals) require expertise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Delayed market insights lead to missed opportunities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Lack of personalized guidance involved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Current Pain Points: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Limited tools for custom screening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Steep learning curve for beginners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Fragmented data sources (Fundamentals vs Technicals)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Impact: Uninformed decisions and poor investment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Core Innovation: AI-Powered Natural Language Queries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Ask in plain English (e.g., 'Find debt-free companies')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Key Features: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Comprehensive Analysis: Fundamentals + Technicals + News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AI Insights: Automated Pros &amp; Cons via Gemini 1.5 Flash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Portfolio Management: Real-time P&amp;L tracking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Smart Alerts: Price-based notifications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Cross-Platform: Mobile (iOS/Android) + Web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Value Proposition: 90% faster screening with automated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Layered Architecture Design: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1. User Interface (Frontend):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React Native + Expo (Cross-platform)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Gifted Charts for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2. API Gateway (Backend):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FastAPI (Async Python)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Handles business logic &amp; routing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3. Intelligence &amp; Data Layer: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AI Engine: Google Gemini 1.5 Flash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Data Source: Yahoo Finance API (Real-time)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Database: PostgreSQL (Persistent storage)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Data Flow: User Query -&gt; NLP Parser -&gt; Screener Engine -&gt; Database -&gt;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Frontend: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React Native, Expo, React Navigation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AsyncStorage, react-native-gifted-charts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Backend: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Python, FastAPI, Uvicorn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SQLAlchemy (Async ORM), Pydantic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Pandas, NumPy (Data Processing)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AI &amp; Database: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Google Gemini 1.5 Flash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PostgreSQL 15, yfinance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Security &amp; Tools: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JWT Auth, bcrypt, OTP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Git/GitHub, VS Code, Postman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Functional Metrics: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Stock Coverage: 150+ NSE Stocks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Query Accuracy: 95%+ NLP parsing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Data Freshness: 60s auto-refresh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Performance Metrics: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API Response: &lt; 500ms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Database: Async IO for speed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User Experience: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Cross-Platform support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Dual Theme (Dark/Light) implemented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Business Impact: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90% Reduction in screening time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Democratized access to complex financial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Phase 1: Security Hardening (Q1 2026)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6-digit OTP, Rate Limiting, 2FA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Phase 2: Advanced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Backtesting engine for strategies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Push notifications for alerts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Social trading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Phase 3: Scale &amp; Expansion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Global Markets (NASDAQ, LSE)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Cryptocurrency support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Predictive AI analytics models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Phase 4: Enterprise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Multi-user teams, advanced tax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E3B55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Summary: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Successfully built a unified AI investment platform.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Solves the complexity of manual stock analysis.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Delivered 8/8 planned features including AI insights.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Impact: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Empowers retail investors with professional tools.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Real-time data + AI is a powerful combination.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Project Repository: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Branch: YogiSreenivas_stocks</a:t>
            </a:r>
          </a:p>
          <a:p>
            <a:pPr lvl="1"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Repo: springboardmentor0404n/AI-Powered-Mobile-Stock-Screener-and-Advisory-Platform</a:t>
            </a: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E3B55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