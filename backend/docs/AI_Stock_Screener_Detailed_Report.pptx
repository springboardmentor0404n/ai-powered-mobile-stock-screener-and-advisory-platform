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Stock Screener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Market Analysis using Generative AI</a:t>
            </a:r>
          </a:p>
          <a:p/>
          <a:p>
            <a:r>
              <a:t>Internship Project Report | AntiGravity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Problem Statement: The Retail Investor's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Information Overload</a:t>
            </a:r>
          </a:p>
          <a:p>
            <a:pPr lvl="1"/>
            <a:r>
              <a:t>Retail investors are overwhelmed by over 5,000 listed stocks and millions of data points, making it impossible to manually filter profitable opportunities.</a:t>
            </a:r>
          </a:p>
          <a:p>
            <a:pPr>
              <a:defRPr b="1"/>
            </a:pPr>
            <a:r>
              <a:t>Complexity Barrier</a:t>
            </a:r>
          </a:p>
          <a:p>
            <a:pPr lvl="1"/>
            <a:r>
              <a:t>Traditional screeners (e.g., Screener.in) require complex knowledge of financial ratios (PE, ROE, DEbt/Eq). Natural language queries are rarely supported.</a:t>
            </a:r>
          </a:p>
          <a:p>
            <a:pPr>
              <a:defRPr b="1"/>
            </a:pPr>
            <a:r>
              <a:t>Delayed Action</a:t>
            </a:r>
          </a:p>
          <a:p>
            <a:pPr lvl="1"/>
            <a:r>
              <a:t>Existing platforms isolate News, Technicals, and Fundamentals. By the time an investor connects the dots, the market opportunity is lost.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Solution: AI-First Financial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Generative Query Engine</a:t>
            </a:r>
          </a:p>
          <a:p>
            <a:pPr lvl="1"/>
            <a:r>
              <a:t>An NLP-powered interface that converts plain English (e.g., 'Show me debt-free IT companies') into complex database SQL queries instantly.</a:t>
            </a:r>
          </a:p>
          <a:p>
            <a:pPr>
              <a:defRPr b="1"/>
            </a:pPr>
            <a:r>
              <a:t>Real-Time Technical Synthesis</a:t>
            </a:r>
          </a:p>
          <a:p>
            <a:pPr lvl="1"/>
            <a:r>
              <a:t>Automated calculation of RSI, MACD, and Moving Averages in real-time, providing 'Overbought/Oversold' signals without manual charting.</a:t>
            </a:r>
          </a:p>
          <a:p>
            <a:pPr>
              <a:defRPr b="1"/>
            </a:pPr>
            <a:r>
              <a:t>Unified Dashboard</a:t>
            </a:r>
          </a:p>
          <a:p>
            <a:pPr lvl="1"/>
            <a:r>
              <a:t>Combines 5-Year Fundamentals, Live News Sentiment, and Technical Indicators in a single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1. Data Ingestion</a:t>
            </a:r>
          </a:p>
          <a:p>
            <a:pPr lvl="1"/>
            <a:r>
              <a:t>Leveraged 'yfinance' API to ingest live market data, creating a robust PostgreSQL database of NIFTY 50 and key mid-cap stocks.</a:t>
            </a:r>
          </a:p>
          <a:p>
            <a:pPr>
              <a:defRPr b="1"/>
            </a:pPr>
            <a:r>
              <a:t>2. AI Logic Integration</a:t>
            </a:r>
          </a:p>
          <a:p>
            <a:pPr lvl="1"/>
            <a:r>
              <a:t>Integrated Google Gemini 1.5 Flash to act as a semantic parser. It interprets user intent ('SCREENER' vs 'DETAIL') and extracts entities (Ratios, Operators, Values).</a:t>
            </a:r>
          </a:p>
          <a:p>
            <a:pPr>
              <a:defRPr b="1"/>
            </a:pPr>
            <a:r>
              <a:t>3. Hybrid Execution</a:t>
            </a:r>
          </a:p>
          <a:p>
            <a:pPr lvl="1"/>
            <a:r>
              <a:t>The system uses a fallback mechanism: If AI confidence is low, precise text-matching algorithms ensure zero downtime and reliable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 (React Native/Web) </a:t>
            </a:r>
          </a:p>
          <a:p>
            <a:r>
              <a:t>   ⬇️ (HTTP/JSON)</a:t>
            </a:r>
          </a:p>
          <a:p>
            <a:r>
              <a:t>API Gateway (FastAPI)</a:t>
            </a:r>
          </a:p>
          <a:p>
            <a:r>
              <a:t>   ⬇️ ➡ ⬇️</a:t>
            </a:r>
          </a:p>
          <a:p>
            <a:r>
              <a:t>   ⬇️    Gemini 1.5 Flash (Query Parsing)</a:t>
            </a:r>
          </a:p>
          <a:p>
            <a:r>
              <a:t>   ⬇️</a:t>
            </a:r>
          </a:p>
          <a:p>
            <a:r>
              <a:t>PostgreSQL (Relational Data / Timeseries)</a:t>
            </a:r>
          </a:p>
          <a:p>
            <a:r>
              <a:t>   ⬇️</a:t>
            </a:r>
          </a:p>
          <a:p>
            <a:r>
              <a:t>Data Response (JSON)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Frontend</a:t>
            </a:r>
          </a:p>
          <a:p>
            <a:pPr lvl="1"/>
            <a:r>
              <a:t>React Native (Expo): Cross-platform mobile &amp; web support.</a:t>
            </a:r>
          </a:p>
          <a:p>
            <a:pPr lvl="1"/>
            <a:r>
              <a:t>Chart.js / Victory Native: For interactive financial visualization.</a:t>
            </a:r>
          </a:p>
          <a:p>
            <a:pPr>
              <a:defRPr b="1"/>
            </a:pPr>
            <a:r>
              <a:t>Backend AI &amp; Logic</a:t>
            </a:r>
          </a:p>
          <a:p>
            <a:pPr lvl="1"/>
            <a:r>
              <a:t>FastAPI: High-performance async python framework.</a:t>
            </a:r>
          </a:p>
          <a:p>
            <a:pPr lvl="1"/>
            <a:r>
              <a:t>Google Gemini 1.5: 1M context window LLM for semantic understanding.</a:t>
            </a:r>
          </a:p>
          <a:p>
            <a:pPr>
              <a:defRPr b="1"/>
            </a:pPr>
            <a:r>
              <a:t>Database &amp; Infra</a:t>
            </a:r>
          </a:p>
          <a:p>
            <a:pPr lvl="1"/>
            <a:r>
              <a:t>PostgreSQL + AsyncPG: For handling concurrent queries.</a:t>
            </a:r>
          </a:p>
          <a:p>
            <a:pPr lvl="1"/>
            <a:r>
              <a:t>SMTP / BackgroundTasks: For async OTP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Market Movers: Live feed of Top Gainers/Losers with click-to-analyze navigation.</a:t>
            </a:r>
          </a:p>
          <a:p>
            <a:r>
              <a:t>• Paper Trading: Built-in portfolio simulator to practice strategies risk-free.</a:t>
            </a:r>
          </a:p>
          <a:p>
            <a:r>
              <a:t>• Smart Alerts: Server-side price monitoring ('Notify if HDFCBANK &gt; 1800').</a:t>
            </a:r>
          </a:p>
          <a:p>
            <a:r>
              <a:t>• News Sentiment: AI auto-tags news as 'Positive' or 'Negative'.</a:t>
            </a:r>
          </a:p>
          <a:p>
            <a:r>
              <a:t>• Secure Auth: Robust OTP system with Dev Mode fallbacks.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Impact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Accessibility</a:t>
            </a:r>
          </a:p>
          <a:p>
            <a:pPr lvl="1"/>
            <a:r>
              <a:t>Reduces the 'Knowledge Gap' for new investors by allowing natural language interaction.</a:t>
            </a:r>
          </a:p>
          <a:p>
            <a:pPr>
              <a:defRPr b="1"/>
            </a:pPr>
            <a:r>
              <a:t>Efficiency</a:t>
            </a:r>
          </a:p>
          <a:p>
            <a:pPr lvl="1"/>
            <a:r>
              <a:t>Reduces analysis time by 90%. What took 15 minutes of manual research (checking 3 different sites) now takes 1 query.</a:t>
            </a:r>
          </a:p>
          <a:p>
            <a:pPr>
              <a:defRPr b="1"/>
            </a:pPr>
            <a:r>
              <a:t>Reliability</a:t>
            </a:r>
          </a:p>
          <a:p>
            <a:pPr lvl="1"/>
            <a:r>
              <a:t>Eliminates hallucination risk by using the LLM only for query parsing, while fetching actual data from a deterministic SQL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Evaluation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System Latency: Average query response &lt; 200ms.</a:t>
            </a:r>
          </a:p>
          <a:p>
            <a:r>
              <a:t>• OTP Delivery: &lt; 100ms (via Async Background Tasks).</a:t>
            </a:r>
          </a:p>
          <a:p>
            <a:r>
              <a:t>• Data Freshness: 1-minute interval updates for prices.</a:t>
            </a:r>
          </a:p>
          <a:p>
            <a:r>
              <a:t>• Query Accuracy: 95% success rate in intent classification (Stock Detail vs Screener).</a:t>
            </a:r>
          </a:p>
          <a:p>
            <a:r>
              <a:t>• Uptime: 99.9% availability due to robust exception handling and fallbacks.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Future Scope &amp;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Agents: Agents that autonomously monitor portfolio health and suggest rebalancing.</a:t>
            </a:r>
          </a:p>
          <a:p>
            <a:r>
              <a:t>• RAG for Reports: Chat with PDF capability for Annual Reports.</a:t>
            </a:r>
          </a:p>
          <a:p>
            <a:r>
              <a:t>• Social Sentiment: Integrating Twitter/Reddit sentiment analysis.</a:t>
            </a:r>
          </a:p>
          <a:p>
            <a:r>
              <a:t>• Broker Integration: Direct 'Execute Order' via Zerodha/AngelOne APIs.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 Stock Screener revolutionizes retail investment by combining the semantic power of Google Gemini with the reliability of structured SQL data.</a:t>
            </a:r>
          </a:p>
          <a:p/>
          <a:p>
            <a:r>
              <a:t>By removing the complexity barrier and providing real-time, actionable insights, it empowers users to make data-driven decisions instantly. The architecture is scalable, secure, and ready for future agentic expansions.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